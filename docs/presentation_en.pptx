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Node.js Mini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Rock Paper Scissors</a:t>
            </a:r>
          </a:p>
          <a:p>
            <a:r>
              <a:t>Pig Latin</a:t>
            </a:r>
          </a:p>
          <a:p>
            <a:r>
              <a:t>Caesar Cipher</a:t>
            </a:r>
          </a:p>
          <a:p/>
          <a:p>
            <a:r>
              <a:t>+ Browser Game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 JavaScript logic</a:t>
            </a:r>
          </a:p>
          <a:p>
            <a:r>
              <a:t>Learn CLI input handling</a:t>
            </a:r>
          </a:p>
          <a:p>
            <a:r>
              <a:t>Understand string processing</a:t>
            </a:r>
          </a:p>
          <a:p>
            <a:r>
              <a:t>Apply logic in different environments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Rock Paper Scissors –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V1: if/switch (basic)</a:t>
            </a:r>
          </a:p>
          <a:p>
            <a:r>
              <a:t>V2: map (data-driven)</a:t>
            </a:r>
          </a:p>
          <a:p>
            <a:r>
              <a:t>V3: math (modulo)</a:t>
            </a:r>
          </a:p>
          <a:p/>
          <a:p>
            <a:r>
              <a:t>Step-by-step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(userIdx - cpuIdx + 3) % 3</a:t>
            </a:r>
          </a:p>
          <a:p/>
          <a:p>
            <a:r>
              <a:t>Elegant and scalable</a:t>
            </a:r>
          </a:p>
          <a:p>
            <a:r>
              <a:t>Represents circular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Caesar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Shift letters by key</a:t>
            </a:r>
          </a:p>
          <a:p>
            <a:r>
              <a:t>Handle negative shifts</a:t>
            </a:r>
          </a:p>
          <a:p/>
          <a:p>
            <a:r>
              <a:t>((index + shift) % 26 + 26) %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Pig Latin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full sentence</a:t>
            </a:r>
          </a:p>
          <a:p>
            <a:r>
              <a:t>Handle vowels &amp; consonants</a:t>
            </a:r>
          </a:p>
          <a:p>
            <a:r>
              <a:t>Special case: qu</a:t>
            </a:r>
          </a:p>
          <a:p/>
          <a:p>
            <a:r>
              <a:t>String methods: split, match, replace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 Input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process.argv</a:t>
            </a:r>
          </a:p>
          <a:p>
            <a:r>
              <a:t>args.slice(2).join(" ")</a:t>
            </a:r>
          </a:p>
          <a:p/>
          <a:p>
            <a:r>
              <a:t>Supports multi-word input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Browser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+ Tailwind</a:t>
            </a:r>
          </a:p>
          <a:p>
            <a:r>
              <a:t>Event listeners</a:t>
            </a:r>
          </a:p>
          <a:p>
            <a:r>
              <a:t>DOM updates</a:t>
            </a:r>
          </a:p>
          <a:p/>
          <a:p>
            <a:r>
              <a:t>Reuse same game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vs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Before: if/switch with repeated logic</a:t>
            </a:r>
          </a:p>
          <a:p>
            <a:r>
              <a:t>After: map + mathematical formula</a:t>
            </a:r>
          </a:p>
          <a:p/>
          <a:p>
            <a:r>
              <a:t>Cleaner, shorter, scalable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My Final Solution Is Better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 repetition</a:t>
            </a:r>
          </a:p>
          <a:p>
            <a:r>
              <a:t>More readable logic</a:t>
            </a:r>
          </a:p>
          <a:p>
            <a:r>
              <a:t>Handles edge cases (negative shift)</a:t>
            </a:r>
          </a:p>
          <a:p>
            <a:r>
              <a:t>Reusable across CLI and browser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simple to optimized solutions</a:t>
            </a:r>
          </a:p>
          <a:p>
            <a:r>
              <a:t>Separation of logic and UI</a:t>
            </a:r>
          </a:p>
          <a:p>
            <a:r>
              <a:t>Practical JavaScript skills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