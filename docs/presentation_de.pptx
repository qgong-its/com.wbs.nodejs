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1" r:id="rId4"/>
    <p:sldId id="260" r:id="rId5"/>
    <p:sldId id="26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3285" autoAdjust="0"/>
  </p:normalViewPr>
  <p:slideViewPr>
    <p:cSldViewPr snapToGrid="0" snapToObjects="1">
      <p:cViewPr varScale="1">
        <p:scale>
          <a:sx n="40" d="100"/>
          <a:sy n="40" d="100"/>
        </p:scale>
        <p:origin x="3654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AB743-B6EF-402F-BF15-AA0DA0014876}" type="datetimeFigureOut">
              <a:rPr lang="de-DE" smtClean="0"/>
              <a:t>20.03.2026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B3E4F-5E92-451B-897E-D579106EC7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139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Guten Tag zusammen.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Heute präsentiere ich meine Node.js Miniprogramme.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Mein Fokus lag nicht nur auf der Funktionalität, sondern vor allem darauf, sauberen und effizienten Code zu schreiben.</a:t>
            </a:r>
          </a:p>
          <a:p>
            <a:endParaRPr lang="de-DE" dirty="0"/>
          </a:p>
          <a:p>
            <a:r>
              <a:rPr lang="de-DE" dirty="0"/>
              <a:t>Hier sehen Sie die Übersicht: ein Spiel und zwei Text-Tools. </a:t>
            </a:r>
          </a:p>
          <a:p>
            <a:endParaRPr lang="de-DE" dirty="0"/>
          </a:p>
          <a:p>
            <a:r>
              <a:rPr lang="de-DE" dirty="0"/>
              <a:t>Ich habe auch für das Spiel eine Browser-Version mit </a:t>
            </a:r>
            <a:r>
              <a:rPr lang="de-DE" dirty="0" err="1"/>
              <a:t>Tailwind</a:t>
            </a:r>
            <a:r>
              <a:rPr lang="de-DE" dirty="0"/>
              <a:t> CSS erstellt, um die Trennung von Logik und UI zu zeigen. </a:t>
            </a:r>
          </a:p>
          <a:p>
            <a:endParaRPr lang="de-DE" dirty="0"/>
          </a:p>
          <a:p>
            <a:r>
              <a:rPr lang="de-DE" dirty="0"/>
              <a:t>Aber heute möchte ich mich auf das technisch sp</a:t>
            </a:r>
            <a:r>
              <a:rPr lang="de-DE" b="0" dirty="0">
                <a:solidFill>
                  <a:srgbClr val="FF0000"/>
                </a:solidFill>
              </a:rPr>
              <a:t>a</a:t>
            </a:r>
            <a:r>
              <a:rPr lang="de-DE" dirty="0"/>
              <a:t>nnendste </a:t>
            </a:r>
            <a:r>
              <a:rPr lang="zh-CN" altLang="de-DE" dirty="0"/>
              <a:t>（</a:t>
            </a:r>
            <a:r>
              <a:rPr lang="de-DE" altLang="zh-CN" dirty="0"/>
              <a:t>span </a:t>
            </a:r>
            <a:r>
              <a:rPr lang="de-DE" altLang="zh-CN" dirty="0" err="1"/>
              <a:t>nend</a:t>
            </a:r>
            <a:r>
              <a:rPr lang="de-DE" altLang="zh-CN" dirty="0"/>
              <a:t> </a:t>
            </a:r>
            <a:r>
              <a:rPr lang="de-DE" altLang="zh-CN" dirty="0" err="1"/>
              <a:t>ste</a:t>
            </a:r>
            <a:r>
              <a:rPr lang="zh-CN" altLang="de-DE" dirty="0"/>
              <a:t>）</a:t>
            </a:r>
            <a:r>
              <a:rPr lang="de-DE" dirty="0"/>
              <a:t> Projekt konzentrieren: die </a:t>
            </a:r>
            <a:r>
              <a:rPr lang="de-DE" b="1" dirty="0"/>
              <a:t>Caesar Ver-/Entschlüsselung</a:t>
            </a:r>
            <a:r>
              <a:rPr lang="de-DE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B3E4F-5E92-451B-897E-D579106EC7D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830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sz="1800" dirty="0"/>
              <a:t>Bevor wir zum Caesar-</a:t>
            </a:r>
            <a:r>
              <a:rPr lang="de-DE" sz="1800" dirty="0" err="1"/>
              <a:t>Cipher</a:t>
            </a:r>
            <a:r>
              <a:rPr lang="zh-CN" altLang="de-DE" sz="1800" dirty="0"/>
              <a:t>（</a:t>
            </a:r>
            <a:r>
              <a:rPr lang="de-DE" altLang="zh-CN" sz="1800" dirty="0" err="1"/>
              <a:t>kaise</a:t>
            </a:r>
            <a:r>
              <a:rPr lang="zh-CN" altLang="de-DE" sz="1800" dirty="0"/>
              <a:t>，塞</a:t>
            </a:r>
            <a:r>
              <a:rPr lang="de-DE" altLang="zh-CN" sz="1800" dirty="0" err="1"/>
              <a:t>fe</a:t>
            </a:r>
            <a:r>
              <a:rPr lang="zh-CN" altLang="de-DE" sz="1800" dirty="0"/>
              <a:t>）</a:t>
            </a:r>
            <a:r>
              <a:rPr lang="de-DE" sz="1800" dirty="0"/>
              <a:t> kommen, ein kurzes Beispiel für meine Arbeitsweise: </a:t>
            </a:r>
          </a:p>
          <a:p>
            <a:endParaRPr lang="de-DE" sz="1800" dirty="0"/>
          </a:p>
          <a:p>
            <a:r>
              <a:rPr lang="de-DE" sz="1800" dirty="0"/>
              <a:t>Bei 'Stein, Schere, Papier' habe ich den Code von einfachen </a:t>
            </a:r>
            <a:r>
              <a:rPr lang="de-DE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de-DE" sz="1800" dirty="0"/>
              <a:t>-Abfragen bis hin zu einer eleganten mathematischen Modulo-Lösung optimiert. </a:t>
            </a:r>
          </a:p>
          <a:p>
            <a:endParaRPr lang="de-DE" sz="1800" dirty="0"/>
          </a:p>
          <a:p>
            <a:r>
              <a:rPr lang="de-DE" sz="1800" dirty="0"/>
              <a:t>Diesen hohen Anspruch an die Logik habe ich auch auf das nächste Projekt übertragen.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B3E4F-5E92-451B-897E-D579106EC7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682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 Pig </a:t>
            </a:r>
            <a:r>
              <a:rPr lang="de-DE" dirty="0" err="1"/>
              <a:t>Latin</a:t>
            </a:r>
            <a:r>
              <a:rPr lang="de-DE" dirty="0"/>
              <a:t> habe ich komplexe String-Methoden und Regular </a:t>
            </a:r>
            <a:r>
              <a:rPr lang="de-DE" altLang="zh-CN" dirty="0"/>
              <a:t>Ausdruck</a:t>
            </a:r>
            <a:r>
              <a:rPr lang="de-DE" dirty="0"/>
              <a:t> genutzt, </a:t>
            </a:r>
          </a:p>
          <a:p>
            <a:endParaRPr lang="de-DE" dirty="0"/>
          </a:p>
          <a:p>
            <a:r>
              <a:rPr lang="de-DE" dirty="0"/>
              <a:t>um verschiedene linguistische Fälle wie Vokale</a:t>
            </a:r>
            <a:r>
              <a:rPr lang="zh-CN" altLang="de-DE" dirty="0"/>
              <a:t>（</a:t>
            </a:r>
            <a:r>
              <a:rPr lang="de-DE" altLang="zh-CN" dirty="0"/>
              <a:t>wo </a:t>
            </a:r>
            <a:r>
              <a:rPr lang="de-DE" altLang="zh-CN" dirty="0" err="1"/>
              <a:t>ka</a:t>
            </a:r>
            <a:r>
              <a:rPr lang="de-DE" altLang="zh-CN" dirty="0"/>
              <a:t> le</a:t>
            </a:r>
            <a:r>
              <a:rPr lang="zh-CN" altLang="de-DE" dirty="0"/>
              <a:t>）</a:t>
            </a:r>
            <a:r>
              <a:rPr lang="de-DE" dirty="0"/>
              <a:t>, Konsonanten</a:t>
            </a:r>
            <a:r>
              <a:rPr lang="zh-CN" altLang="de-DE" dirty="0"/>
              <a:t>（</a:t>
            </a:r>
            <a:r>
              <a:rPr lang="de-DE" altLang="zh-CN" dirty="0" err="1"/>
              <a:t>kon</a:t>
            </a:r>
            <a:r>
              <a:rPr lang="de-DE" altLang="zh-CN" dirty="0"/>
              <a:t> so </a:t>
            </a:r>
            <a:r>
              <a:rPr lang="de-DE" altLang="zh-CN" dirty="0" err="1"/>
              <a:t>nan</a:t>
            </a:r>
            <a:r>
              <a:rPr lang="de-DE" altLang="zh-CN" dirty="0"/>
              <a:t> </a:t>
            </a:r>
            <a:r>
              <a:rPr lang="de-DE" altLang="zh-CN" dirty="0" err="1"/>
              <a:t>ten</a:t>
            </a:r>
            <a:r>
              <a:rPr lang="zh-CN" altLang="de-DE" dirty="0"/>
              <a:t>）</a:t>
            </a:r>
            <a:r>
              <a:rPr lang="de-DE" dirty="0"/>
              <a:t>und Sonderregeln für '</a:t>
            </a:r>
            <a:r>
              <a:rPr lang="de-DE" dirty="0" err="1"/>
              <a:t>qu</a:t>
            </a:r>
            <a:r>
              <a:rPr lang="de-DE" dirty="0"/>
              <a:t>' automatisch zu verarbeiten </a:t>
            </a:r>
          </a:p>
          <a:p>
            <a:endParaRPr lang="de-DE" dirty="0"/>
          </a:p>
          <a:p>
            <a:r>
              <a:rPr lang="de-DE" dirty="0"/>
              <a:t>– die Logik hierfür bildet die Basis für die Textmanipulation im nächsten Projekt.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B3E4F-5E92-451B-897E-D579106EC7D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00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wichtige Programm ist die Caesar-Verschlüsselung.</a:t>
            </a:r>
          </a:p>
          <a:p>
            <a:r>
              <a:rPr lang="de-DE" dirty="0"/>
              <a:t>Dabei wird jeder Buchstabe um einen bestimmten Wert verschoben.</a:t>
            </a:r>
          </a:p>
          <a:p>
            <a:r>
              <a:rPr lang="de-DE" dirty="0"/>
              <a:t>Mein Ziel war es nicht nur, Text zu verschieben, sondern eine </a:t>
            </a:r>
            <a:r>
              <a:rPr lang="de-DE" b="1" dirty="0"/>
              <a:t>robuste Lösung</a:t>
            </a:r>
            <a:r>
              <a:rPr lang="de-DE" dirty="0"/>
              <a:t> zu entwickeln, die auch Sonderzeichen und negative Zahlen fehlerfrei verarbeitet.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A. Die mathematische Formel (Der Modulo-Trick)</a:t>
            </a:r>
          </a:p>
          <a:p>
            <a:r>
              <a:rPr lang="de-DE" dirty="0"/>
              <a:t>Das Herzstück ist diese Zeile: 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((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index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shift) % 26 + 26) % 26</a:t>
            </a:r>
            <a:r>
              <a:rPr lang="de-DE" dirty="0"/>
              <a:t>. </a:t>
            </a:r>
          </a:p>
          <a:p>
            <a:r>
              <a:rPr lang="de-DE" dirty="0"/>
              <a:t>Warum mache ich das so kompliziert? </a:t>
            </a:r>
          </a:p>
          <a:p>
            <a:r>
              <a:rPr lang="de-DE" dirty="0"/>
              <a:t>In JavaScript liefert ein einfaches Modulo bei negativen Zahlen oft negative Ergebnisse. </a:t>
            </a:r>
          </a:p>
          <a:p>
            <a:r>
              <a:rPr lang="de-DE" dirty="0"/>
              <a:t>Durch das zusätzliche 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+ 26</a:t>
            </a:r>
            <a:r>
              <a:rPr lang="de-DE" dirty="0"/>
              <a:t> stelle ich sicher, dass der Index </a:t>
            </a:r>
            <a:r>
              <a:rPr lang="de-DE" b="1" dirty="0"/>
              <a:t>immer positiv</a:t>
            </a:r>
            <a:r>
              <a:rPr lang="de-DE" dirty="0"/>
              <a:t> bleibt und korrekt im Alphabet landet. </a:t>
            </a:r>
          </a:p>
          <a:p>
            <a:endParaRPr lang="de-DE" dirty="0"/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 Umgang mit Sonderzeichen (Die Filterung)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behandle ich Leerzeichen oder Zahlen? 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Ich prüfe mit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alphabet.indexOf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char.toLowerCase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()). 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Wenn das Zeichen nicht im Array existiert, ist der Index -1. 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diesem Fall wird die Verschlüsselung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umgangen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das Zeichen wird einfach direkt an den neuen Text angehängt. 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bleibt die Struktur des Satzes perfekt erhalten.</a:t>
            </a:r>
          </a:p>
          <a:p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b="1" dirty="0"/>
              <a:t>C. Case </a:t>
            </a:r>
            <a:r>
              <a:rPr lang="de-DE" b="1" dirty="0" err="1"/>
              <a:t>Sensitivity</a:t>
            </a:r>
            <a:r>
              <a:rPr lang="de-DE" b="1" dirty="0"/>
              <a:t> (Groß- und Kleinschreibung)</a:t>
            </a:r>
          </a:p>
          <a:p>
            <a:r>
              <a:rPr lang="de-DE" dirty="0"/>
              <a:t>Damit der Text lesbar bleibt, speichere ich mit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isUpper</a:t>
            </a:r>
            <a:r>
              <a:rPr lang="de-DE" dirty="0"/>
              <a:t>, ob der ursprüngliche Buchstabe großgeschrieben war. </a:t>
            </a:r>
          </a:p>
          <a:p>
            <a:r>
              <a:rPr lang="de-DE" dirty="0"/>
              <a:t>Nach der Verschiebung wandle ich ihn bei Bedarf einfach wieder in einen Großbuchstaben um.„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Um die Robustheit meines Programms zu testen, verwende ich einen komplexen Satz mit vielen Sonderzeichen.</a:t>
            </a:r>
          </a:p>
          <a:p>
            <a:endParaRPr lang="de-DE" dirty="0"/>
          </a:p>
          <a:p>
            <a:r>
              <a:rPr lang="de-DE" dirty="0"/>
              <a:t>Zuerst verschlüsseln wir diesen komplexen Satz mit einem Shift von </a:t>
            </a:r>
            <a:r>
              <a:rPr lang="de-DE" b="1" dirty="0"/>
              <a:t>plus drei</a:t>
            </a:r>
            <a:r>
              <a:rPr lang="de-DE" dirty="0"/>
              <a:t>. </a:t>
            </a:r>
          </a:p>
          <a:p>
            <a:r>
              <a:rPr lang="de-DE" dirty="0"/>
              <a:t>Wie Sie sehen, bleiben Kommas, Bindestriche und das Ausrufezeichen </a:t>
            </a:r>
            <a:r>
              <a:rPr lang="de-DE" b="1" dirty="0"/>
              <a:t>unverändert</a:t>
            </a:r>
            <a:r>
              <a:rPr lang="de-DE" dirty="0"/>
              <a:t>, während die Buchstaben verschoben werden.</a:t>
            </a:r>
          </a:p>
          <a:p>
            <a:endParaRPr lang="de-DE" dirty="0"/>
          </a:p>
          <a:p>
            <a:r>
              <a:rPr lang="de-DE" dirty="0"/>
              <a:t>Jetzt nutzen wir einen negativen Shift von </a:t>
            </a:r>
            <a:r>
              <a:rPr lang="de-DE" b="1" dirty="0"/>
              <a:t>minus drei</a:t>
            </a:r>
            <a:r>
              <a:rPr lang="de-DE" dirty="0"/>
              <a:t>. </a:t>
            </a:r>
          </a:p>
          <a:p>
            <a:r>
              <a:rPr lang="de-DE" dirty="0"/>
              <a:t>Dank meiner mathematischen Formel springt das Alphabet korrekt zurück – zum Beispiel wird hier aus einem </a:t>
            </a:r>
            <a:r>
              <a:rPr lang="de-DE" b="1" dirty="0"/>
              <a:t>'B' ein 'Y‘</a:t>
            </a:r>
            <a:r>
              <a:rPr lang="de-DE" dirty="0"/>
              <a:t>. </a:t>
            </a:r>
          </a:p>
          <a:p>
            <a:r>
              <a:rPr lang="de-DE" dirty="0"/>
              <a:t>Das zeigt, dass der Code mathematisch absolut stabil ist.</a:t>
            </a:r>
          </a:p>
          <a:p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dirty="0"/>
              <a:t>Zum Schluss führen wir die </a:t>
            </a:r>
            <a:r>
              <a:rPr lang="de-DE" b="1" dirty="0"/>
              <a:t>Entschlüsselung</a:t>
            </a:r>
            <a:r>
              <a:rPr lang="de-DE" dirty="0"/>
              <a:t> durch, um den ursprünglichen Text wiederherzustellen. </a:t>
            </a:r>
          </a:p>
          <a:p>
            <a:r>
              <a:rPr lang="de-DE" dirty="0"/>
              <a:t>Damit ist der Funktionskreis geschlossen. </a:t>
            </a:r>
          </a:p>
          <a:p>
            <a:r>
              <a:rPr lang="de-DE" dirty="0"/>
              <a:t>Es beweist, dass das Programm nicht nur verschieben, sondern die Nachricht auch präzise wiederherstellen kann.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B3E4F-5E92-451B-897E-D579106EC7D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654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Zusammenfassend lässt sich sagen: </a:t>
            </a:r>
          </a:p>
          <a:p>
            <a:endParaRPr lang="de-DE" dirty="0"/>
          </a:p>
          <a:p>
            <a:r>
              <a:rPr lang="de-DE" dirty="0"/>
              <a:t>Die größte Herausforderung war die </a:t>
            </a:r>
            <a:r>
              <a:rPr lang="de-DE" b="1" dirty="0"/>
              <a:t>Zirkularität</a:t>
            </a:r>
            <a:r>
              <a:rPr lang="de-DE" dirty="0"/>
              <a:t> des Alphabets und die </a:t>
            </a:r>
            <a:r>
              <a:rPr lang="de-DE" b="1" dirty="0"/>
              <a:t>Sonderzeichen-Filterung</a:t>
            </a:r>
            <a:r>
              <a:rPr lang="de-DE" dirty="0"/>
              <a:t>. </a:t>
            </a:r>
          </a:p>
          <a:p>
            <a:r>
              <a:rPr lang="de-DE" dirty="0"/>
              <a:t>Mein Programm trennt die Logik der Verschiebung klar von der Textverarbeitung. </a:t>
            </a:r>
          </a:p>
          <a:p>
            <a:endParaRPr lang="de-DE" dirty="0"/>
          </a:p>
          <a:p>
            <a:r>
              <a:rPr lang="de-DE" dirty="0"/>
              <a:t>Vielen Dank für Ihre Aufmerksamkeit! Haben Sie Fragen?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zh-CN" altLang="de-DE" b="1" dirty="0"/>
              <a:t>为什么三版本？</a:t>
            </a:r>
          </a:p>
          <a:p>
            <a:r>
              <a:rPr lang="de-DE" dirty="0"/>
              <a:t>Ich wollte verschiedene Lösungsansätze vergleichen.</a:t>
            </a:r>
          </a:p>
          <a:p>
            <a:endParaRPr lang="de-DE" dirty="0"/>
          </a:p>
          <a:p>
            <a:r>
              <a:rPr lang="zh-CN" altLang="de-DE" b="1" dirty="0"/>
              <a:t>为什么用数学方法？</a:t>
            </a:r>
          </a:p>
          <a:p>
            <a:r>
              <a:rPr lang="de-DE" dirty="0"/>
              <a:t>Die mathematische Lösung ist kürzer und besser skalierbar.</a:t>
            </a:r>
          </a:p>
          <a:p>
            <a:endParaRPr lang="de-DE" dirty="0"/>
          </a:p>
          <a:p>
            <a:r>
              <a:rPr lang="zh-CN" altLang="de-DE" b="1" dirty="0"/>
              <a:t>为什么做 </a:t>
            </a:r>
            <a:r>
              <a:rPr lang="de-DE" b="1" dirty="0"/>
              <a:t>Browser </a:t>
            </a:r>
            <a:r>
              <a:rPr lang="zh-CN" altLang="de-DE" b="1" dirty="0"/>
              <a:t>版？</a:t>
            </a:r>
          </a:p>
          <a:p>
            <a:r>
              <a:rPr lang="de-DE" dirty="0"/>
              <a:t>Um die gleiche Logik in einer anderen Umgebung zu verwenden.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B3E4F-5E92-451B-897E-D579106EC7D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382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Projektziel</a:t>
            </a:r>
            <a:r>
              <a:rPr lang="de-DE" dirty="0"/>
              <a:t> &amp; Node.js Mini Programme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JavaScript-Logik </a:t>
            </a:r>
            <a:r>
              <a:rPr dirty="0" err="1"/>
              <a:t>üben</a:t>
            </a:r>
            <a:endParaRPr dirty="0"/>
          </a:p>
          <a:p>
            <a:r>
              <a:rPr dirty="0"/>
              <a:t>CLI-</a:t>
            </a:r>
            <a:r>
              <a:rPr dirty="0" err="1"/>
              <a:t>Eingaben</a:t>
            </a:r>
            <a:r>
              <a:rPr dirty="0"/>
              <a:t> verstehen</a:t>
            </a:r>
          </a:p>
          <a:p>
            <a:r>
              <a:rPr dirty="0"/>
              <a:t>String-</a:t>
            </a:r>
            <a:r>
              <a:rPr dirty="0" err="1"/>
              <a:t>Verarbeitung</a:t>
            </a:r>
            <a:r>
              <a:rPr dirty="0"/>
              <a:t> </a:t>
            </a:r>
            <a:r>
              <a:rPr dirty="0" err="1"/>
              <a:t>lernen</a:t>
            </a:r>
            <a:endParaRPr dirty="0"/>
          </a:p>
          <a:p>
            <a:r>
              <a:rPr dirty="0"/>
              <a:t>Logik in </a:t>
            </a:r>
            <a:r>
              <a:rPr dirty="0" err="1"/>
              <a:t>verschiedenen</a:t>
            </a:r>
            <a:r>
              <a:rPr dirty="0"/>
              <a:t> </a:t>
            </a:r>
            <a:r>
              <a:rPr dirty="0" err="1"/>
              <a:t>Umgebungen</a:t>
            </a:r>
            <a:r>
              <a:rPr dirty="0"/>
              <a:t> </a:t>
            </a:r>
            <a:r>
              <a:rPr dirty="0" err="1"/>
              <a:t>anwenden</a:t>
            </a:r>
            <a:endParaRPr lang="de-DE" dirty="0"/>
          </a:p>
          <a:p>
            <a:endParaRPr lang="de-DE" dirty="0"/>
          </a:p>
          <a:p>
            <a:r>
              <a:rPr lang="de-DE" dirty="0"/>
              <a:t>Schere Stein Papier</a:t>
            </a:r>
          </a:p>
          <a:p>
            <a:pPr lvl="1"/>
            <a:r>
              <a:rPr lang="de-DE" dirty="0"/>
              <a:t>Browser-Version mit </a:t>
            </a:r>
            <a:r>
              <a:rPr lang="de-DE" dirty="0" err="1"/>
              <a:t>Tailwind</a:t>
            </a:r>
            <a:r>
              <a:rPr lang="de-DE" dirty="0"/>
              <a:t> CSS </a:t>
            </a:r>
          </a:p>
          <a:p>
            <a:r>
              <a:rPr lang="de-DE" dirty="0"/>
              <a:t>Pig </a:t>
            </a:r>
            <a:r>
              <a:rPr lang="de-DE" dirty="0" err="1"/>
              <a:t>Latin</a:t>
            </a:r>
            <a:endParaRPr lang="de-DE" dirty="0"/>
          </a:p>
          <a:p>
            <a:r>
              <a:rPr lang="de-DE" dirty="0"/>
              <a:t>Caesar-Verschlüsselung</a:t>
            </a:r>
          </a:p>
          <a:p>
            <a:endParaRPr lang="de-DE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Schere Stein Papier – </a:t>
            </a:r>
            <a:r>
              <a:rPr dirty="0" err="1"/>
              <a:t>Entwicklung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V1: if/switch (</a:t>
            </a:r>
            <a:r>
              <a:rPr dirty="0" err="1"/>
              <a:t>einfach</a:t>
            </a:r>
            <a:r>
              <a:rPr dirty="0"/>
              <a:t>)</a:t>
            </a:r>
          </a:p>
          <a:p>
            <a:r>
              <a:rPr dirty="0"/>
              <a:t>V2: Map (</a:t>
            </a:r>
            <a:r>
              <a:rPr dirty="0" err="1"/>
              <a:t>datengetrieben</a:t>
            </a:r>
            <a:r>
              <a:rPr dirty="0"/>
              <a:t>)</a:t>
            </a:r>
          </a:p>
          <a:p>
            <a:r>
              <a:rPr dirty="0"/>
              <a:t>V3: </a:t>
            </a:r>
            <a:r>
              <a:rPr dirty="0" err="1"/>
              <a:t>Mathematik</a:t>
            </a:r>
            <a:r>
              <a:rPr dirty="0"/>
              <a:t> (Modulo)</a:t>
            </a:r>
          </a:p>
          <a:p>
            <a:pPr marL="0" indent="0">
              <a:buNone/>
            </a:pPr>
            <a:endParaRPr dirty="0"/>
          </a:p>
          <a:p>
            <a:r>
              <a:rPr dirty="0" err="1"/>
              <a:t>Schrittweise</a:t>
            </a:r>
            <a:r>
              <a:rPr dirty="0"/>
              <a:t> </a:t>
            </a:r>
            <a:r>
              <a:rPr dirty="0" err="1"/>
              <a:t>Verbesserung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Modulo: (</a:t>
            </a:r>
            <a:r>
              <a:rPr lang="de-DE" dirty="0" err="1"/>
              <a:t>userIdx</a:t>
            </a:r>
            <a:r>
              <a:rPr lang="de-DE" dirty="0"/>
              <a:t> - </a:t>
            </a:r>
            <a:r>
              <a:rPr lang="de-DE" dirty="0" err="1"/>
              <a:t>cpuIdx</a:t>
            </a:r>
            <a:r>
              <a:rPr lang="de-DE" dirty="0"/>
              <a:t> + 3) % 3</a:t>
            </a:r>
          </a:p>
          <a:p>
            <a:pPr lvl="1"/>
            <a:r>
              <a:rPr lang="de-DE" dirty="0"/>
              <a:t>Elegant und skalierbar</a:t>
            </a:r>
          </a:p>
          <a:p>
            <a:pPr lvl="1"/>
            <a:r>
              <a:rPr lang="de-DE" dirty="0"/>
              <a:t>Zirkuläre Logik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Pig Latin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Verarbeitung</a:t>
            </a:r>
            <a:r>
              <a:rPr dirty="0"/>
              <a:t> </a:t>
            </a:r>
            <a:r>
              <a:rPr dirty="0" err="1"/>
              <a:t>ganzer</a:t>
            </a:r>
            <a:r>
              <a:rPr dirty="0"/>
              <a:t> </a:t>
            </a:r>
            <a:r>
              <a:rPr dirty="0" err="1"/>
              <a:t>Sätze</a:t>
            </a:r>
            <a:endParaRPr dirty="0"/>
          </a:p>
          <a:p>
            <a:r>
              <a:rPr dirty="0" err="1"/>
              <a:t>Vokale</a:t>
            </a:r>
            <a:r>
              <a:rPr dirty="0"/>
              <a:t> &amp; </a:t>
            </a:r>
            <a:r>
              <a:rPr dirty="0" err="1"/>
              <a:t>Konsonanten</a:t>
            </a:r>
            <a:endParaRPr dirty="0"/>
          </a:p>
          <a:p>
            <a:r>
              <a:rPr dirty="0" err="1"/>
              <a:t>Sonderfall</a:t>
            </a:r>
            <a:r>
              <a:rPr dirty="0"/>
              <a:t>: </a:t>
            </a:r>
            <a:r>
              <a:rPr dirty="0" err="1"/>
              <a:t>qu</a:t>
            </a:r>
            <a:r>
              <a:rPr lang="de-DE" dirty="0"/>
              <a:t> | </a:t>
            </a:r>
            <a:r>
              <a:rPr lang="de-DE" dirty="0" err="1"/>
              <a:t>squ</a:t>
            </a:r>
            <a:endParaRPr dirty="0"/>
          </a:p>
          <a:p>
            <a:endParaRPr dirty="0"/>
          </a:p>
          <a:p>
            <a:r>
              <a:rPr dirty="0"/>
              <a:t>String-</a:t>
            </a:r>
            <a:r>
              <a:rPr dirty="0" err="1"/>
              <a:t>Methoden</a:t>
            </a:r>
            <a:endParaRPr lang="de-DE" dirty="0"/>
          </a:p>
          <a:p>
            <a:pPr lvl="1"/>
            <a:r>
              <a:rPr dirty="0"/>
              <a:t>split</a:t>
            </a:r>
            <a:r>
              <a:rPr lang="de-DE" dirty="0"/>
              <a:t>()</a:t>
            </a:r>
            <a:r>
              <a:rPr dirty="0"/>
              <a:t>, match</a:t>
            </a:r>
            <a:r>
              <a:rPr lang="de-DE" dirty="0"/>
              <a:t>()</a:t>
            </a:r>
            <a:r>
              <a:rPr dirty="0"/>
              <a:t>, replace</a:t>
            </a:r>
            <a:r>
              <a:rPr lang="de-DE" dirty="0"/>
              <a:t>()</a:t>
            </a:r>
          </a:p>
          <a:p>
            <a:r>
              <a:rPr lang="de-DE" dirty="0" err="1"/>
              <a:t>Regex</a:t>
            </a:r>
            <a:endParaRPr lang="de-DE" dirty="0"/>
          </a:p>
          <a:p>
            <a:pPr lvl="1"/>
            <a:r>
              <a:rPr lang="de-DE" dirty="0"/>
              <a:t>/[</a:t>
            </a:r>
            <a:r>
              <a:rPr lang="de-DE" dirty="0" err="1"/>
              <a:t>aeiou</a:t>
            </a:r>
            <a:r>
              <a:rPr lang="de-DE" dirty="0"/>
              <a:t>]+/ und /^</a:t>
            </a:r>
            <a:r>
              <a:rPr lang="de-DE" dirty="0" err="1"/>
              <a:t>s?qu</a:t>
            </a:r>
            <a:r>
              <a:rPr lang="de-DE" dirty="0"/>
              <a:t>/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Caesar-Verschlüsselung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Buchstaben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Schlüssel</a:t>
            </a:r>
            <a:r>
              <a:rPr dirty="0"/>
              <a:t> </a:t>
            </a:r>
            <a:r>
              <a:rPr dirty="0" err="1"/>
              <a:t>verschieben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Die mathematische Formel </a:t>
            </a:r>
            <a:endParaRPr dirty="0"/>
          </a:p>
          <a:p>
            <a:pPr lvl="1"/>
            <a:r>
              <a:rPr dirty="0"/>
              <a:t>((index + shift) % 26 + 26) % 26</a:t>
            </a:r>
            <a:endParaRPr lang="de-DE" dirty="0"/>
          </a:p>
          <a:p>
            <a:pPr lvl="1"/>
            <a:r>
              <a:rPr lang="de-DE" dirty="0"/>
              <a:t>Negative Verschiebung behandeln</a:t>
            </a:r>
          </a:p>
          <a:p>
            <a:r>
              <a:rPr lang="de-DE" dirty="0"/>
              <a:t>Umgang mit Sonderzeichen </a:t>
            </a:r>
          </a:p>
          <a:p>
            <a:r>
              <a:rPr lang="de-DE" dirty="0"/>
              <a:t>Groß- und Kleinschreibung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Danke!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Bildschirmpräsentation (4:3)</PresentationFormat>
  <Paragraphs>120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Projektziel &amp; Node.js Mini Programme </vt:lpstr>
      <vt:lpstr>Schere Stein Papier – Entwicklung</vt:lpstr>
      <vt:lpstr>Pig Latin</vt:lpstr>
      <vt:lpstr>Caesar-Verschlüsselung</vt:lpstr>
      <vt:lpstr>Danke!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Qian Gong</cp:lastModifiedBy>
  <cp:revision>16</cp:revision>
  <dcterms:created xsi:type="dcterms:W3CDTF">2013-01-27T09:14:16Z</dcterms:created>
  <dcterms:modified xsi:type="dcterms:W3CDTF">2026-03-20T15:29:01Z</dcterms:modified>
  <cp:category/>
</cp:coreProperties>
</file>