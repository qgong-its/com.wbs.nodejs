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61" r:id="rId4"/>
    <p:sldId id="260" r:id="rId5"/>
    <p:sldId id="262" r:id="rId6"/>
    <p:sldId id="263" r:id="rId7"/>
    <p:sldId id="264" r:id="rId8"/>
    <p:sldId id="265" r:id="rId9"/>
    <p:sldId id="266" r:id="rId10"/>
    <p:sldId id="267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3376" autoAdjust="0"/>
  </p:normalViewPr>
  <p:slideViewPr>
    <p:cSldViewPr snapToGrid="0" snapToObjects="1">
      <p:cViewPr varScale="1">
        <p:scale>
          <a:sx n="24" d="100"/>
          <a:sy n="24" d="100"/>
        </p:scale>
        <p:origin x="2886" y="2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6AB743-B6EF-402F-BF15-AA0DA0014876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B3E4F-5E92-451B-897E-D579106EC7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1393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Guten Tag zusammen.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Heute präsentiere ich meine Node.js Miniprogramme.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Mein Ziel war es, komplexe Logik in JavaScript zu üben und diese sowohl im Terminal als auch im Browser umzusetzen.</a:t>
            </a:r>
          </a:p>
          <a:p>
            <a:endParaRPr lang="de-DE" dirty="0"/>
          </a:p>
          <a:p>
            <a:r>
              <a:rPr lang="de-DE" dirty="0"/>
              <a:t>Dazu habe ich drei kleine Programme mit Node.js implementiert: Schere Stein Papier, Pig </a:t>
            </a:r>
            <a:r>
              <a:rPr lang="de-DE" dirty="0" err="1"/>
              <a:t>Latin</a:t>
            </a:r>
            <a:r>
              <a:rPr lang="de-DE" dirty="0"/>
              <a:t> und Caesar-Verschlüsselung.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08306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Zuerst zeige ich mein wichtigstes Projekt Schere Stein Papier. </a:t>
            </a:r>
          </a:p>
          <a:p>
            <a:endParaRPr lang="de-DE" dirty="0"/>
          </a:p>
          <a:p>
            <a:r>
              <a:rPr lang="de-DE" dirty="0"/>
              <a:t>Ich habe den Code in drei Stufen verbessert:</a:t>
            </a:r>
          </a:p>
          <a:p>
            <a:endParaRPr lang="de-DE" dirty="0"/>
          </a:p>
          <a:p>
            <a:r>
              <a:rPr lang="de-DE" dirty="0"/>
              <a:t>V1: </a:t>
            </a:r>
          </a:p>
          <a:p>
            <a:r>
              <a:rPr lang="de-DE" dirty="0"/>
              <a:t>In der ersten Version habe ich viele </a:t>
            </a:r>
            <a:r>
              <a:rPr lang="de-DE" dirty="0" err="1"/>
              <a:t>if</a:t>
            </a:r>
            <a:r>
              <a:rPr lang="de-DE" dirty="0"/>
              <a:t>- und switch-Anweisungen verwendet.</a:t>
            </a:r>
          </a:p>
          <a:p>
            <a:r>
              <a:rPr lang="de-DE" dirty="0"/>
              <a:t>Das funktioniert, aber der Code ist relativ lang und enthält Wiederholungen.</a:t>
            </a:r>
          </a:p>
          <a:p>
            <a:endParaRPr lang="de-DE" dirty="0"/>
          </a:p>
          <a:p>
            <a:r>
              <a:rPr lang="de-DE" dirty="0"/>
              <a:t>V2:</a:t>
            </a:r>
          </a:p>
          <a:p>
            <a:r>
              <a:rPr lang="de-DE" dirty="0"/>
              <a:t>In der zweiten Version habe ich eine </a:t>
            </a:r>
            <a:r>
              <a:rPr lang="de-DE" dirty="0" err="1"/>
              <a:t>Map</a:t>
            </a:r>
            <a:r>
              <a:rPr lang="de-DE" dirty="0"/>
              <a:t> (</a:t>
            </a:r>
            <a:r>
              <a:rPr lang="de-DE" dirty="0" err="1"/>
              <a:t>key</a:t>
            </a:r>
            <a:r>
              <a:rPr lang="de-DE" dirty="0"/>
              <a:t> gewinnt gegen </a:t>
            </a:r>
            <a:r>
              <a:rPr lang="de-DE" dirty="0" err="1"/>
              <a:t>value</a:t>
            </a:r>
            <a:r>
              <a:rPr lang="de-DE" dirty="0"/>
              <a:t>) verwendet.</a:t>
            </a:r>
          </a:p>
          <a:p>
            <a:r>
              <a:rPr lang="de-DE" dirty="0"/>
              <a:t>Zum Beispiel: Stein gewinnt gegen Schere, Papier gewinnt gegen Stein.</a:t>
            </a:r>
          </a:p>
          <a:p>
            <a:r>
              <a:rPr lang="de-DE" dirty="0"/>
              <a:t>Dadurch wird der Code klarer und einfacher.</a:t>
            </a:r>
          </a:p>
          <a:p>
            <a:endParaRPr lang="de-DE" dirty="0"/>
          </a:p>
          <a:p>
            <a:r>
              <a:rPr lang="de-DE" dirty="0"/>
              <a:t>V3:</a:t>
            </a:r>
          </a:p>
          <a:p>
            <a:r>
              <a:rPr lang="de-DE" dirty="0"/>
              <a:t>Der dritten Version ist mit einer mathematischen Lösung implementiert, die auch in der </a:t>
            </a:r>
            <a:r>
              <a:rPr lang="de-DE" dirty="0" err="1"/>
              <a:t>Caeser</a:t>
            </a:r>
            <a:r>
              <a:rPr lang="de-DE" dirty="0"/>
              <a:t> Ver-/Entschlüsselung benutzt.</a:t>
            </a:r>
          </a:p>
          <a:p>
            <a:r>
              <a:rPr lang="de-DE" dirty="0"/>
              <a:t>Diese Lösung ist kürzer und eleganter.</a:t>
            </a:r>
          </a:p>
          <a:p>
            <a:r>
              <a:rPr lang="de-DE" dirty="0"/>
              <a:t>Sie beschreibt die zirkuläre Beziehung im Spiel.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3682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zweite Programm ist Pig </a:t>
            </a:r>
            <a:r>
              <a:rPr lang="de-DE" dirty="0" err="1"/>
              <a:t>Latin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Hier wird ein Satz Wort für Wort umgewandelt.</a:t>
            </a:r>
          </a:p>
          <a:p>
            <a:endParaRPr lang="de-DE" dirty="0"/>
          </a:p>
          <a:p>
            <a:r>
              <a:rPr lang="de-DE" dirty="0"/>
              <a:t>Dafür werden 3 verschiedene Fälle behandelt: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Wörter mit Vokalen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Wörter mit Konsonanten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und spezielle Fälle wie „</a:t>
            </a:r>
            <a:r>
              <a:rPr lang="de-DE" dirty="0" err="1"/>
              <a:t>qu</a:t>
            </a:r>
            <a:r>
              <a:rPr lang="de-DE" dirty="0"/>
              <a:t>“ oder „</a:t>
            </a:r>
            <a:r>
              <a:rPr lang="de-DE" dirty="0" err="1"/>
              <a:t>squ</a:t>
            </a:r>
            <a:r>
              <a:rPr lang="de-DE" dirty="0"/>
              <a:t>“.</a:t>
            </a:r>
          </a:p>
          <a:p>
            <a:pPr marL="0" indent="0">
              <a:buFont typeface="+mj-lt"/>
              <a:buNone/>
            </a:pPr>
            <a:endParaRPr lang="de-DE" dirty="0"/>
          </a:p>
          <a:p>
            <a:pPr marL="0" indent="0">
              <a:buFont typeface="+mj-lt"/>
              <a:buNone/>
            </a:pPr>
            <a:r>
              <a:rPr lang="de-DE" dirty="0"/>
              <a:t>Die andere</a:t>
            </a:r>
            <a:r>
              <a:rPr lang="de-DE" altLang="zh-CN" dirty="0"/>
              <a:t>n</a:t>
            </a:r>
            <a:r>
              <a:rPr lang="de-DE" dirty="0"/>
              <a:t> Zeichen werden übersprungen.</a:t>
            </a:r>
          </a:p>
          <a:p>
            <a:endParaRPr lang="de-DE" dirty="0"/>
          </a:p>
          <a:p>
            <a:r>
              <a:rPr lang="de-DE" dirty="0"/>
              <a:t>Um die Umwandlung zu implementieren, werden mehrere String-Methode, zum Beispiel </a:t>
            </a:r>
            <a:r>
              <a:rPr lang="de-DE" dirty="0" err="1"/>
              <a:t>split</a:t>
            </a:r>
            <a:r>
              <a:rPr lang="de-DE" dirty="0"/>
              <a:t>(), match(), </a:t>
            </a:r>
            <a:r>
              <a:rPr lang="de-DE" dirty="0" err="1"/>
              <a:t>replace</a:t>
            </a:r>
            <a:r>
              <a:rPr lang="de-DE" dirty="0"/>
              <a:t>() und den regulären Ausdruck verwendet.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00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dritte Programm ist die Caesar-Verschlüsselung.</a:t>
            </a:r>
          </a:p>
          <a:p>
            <a:r>
              <a:rPr lang="de-DE" dirty="0"/>
              <a:t>Dabei wird jeder Buchstabe um einen bestimmten Wert verschoben.</a:t>
            </a:r>
          </a:p>
          <a:p>
            <a:endParaRPr lang="de-DE" dirty="0"/>
          </a:p>
          <a:p>
            <a:r>
              <a:rPr lang="de-DE" dirty="0"/>
              <a:t>Ein wichtiges Problem ist der Umgang mit negativen Verschiebungen.</a:t>
            </a:r>
          </a:p>
          <a:p>
            <a:r>
              <a:rPr lang="de-DE" dirty="0"/>
              <a:t>Also, in JavaScript ist der Operator % kein echtes Modulo.</a:t>
            </a:r>
          </a:p>
          <a:p>
            <a:endParaRPr lang="de-DE" dirty="0"/>
          </a:p>
          <a:p>
            <a:r>
              <a:rPr lang="de-DE" dirty="0"/>
              <a:t>Deshalb habe ich diese Formel verwendet: ((</a:t>
            </a:r>
            <a:r>
              <a:rPr lang="de-DE" dirty="0" err="1"/>
              <a:t>index</a:t>
            </a:r>
            <a:r>
              <a:rPr lang="de-DE" dirty="0"/>
              <a:t> plus shift) </a:t>
            </a:r>
            <a:r>
              <a:rPr lang="de-DE" dirty="0" err="1"/>
              <a:t>modulo</a:t>
            </a:r>
            <a:r>
              <a:rPr lang="de-DE" dirty="0"/>
              <a:t> 26 plus 26) </a:t>
            </a:r>
            <a:r>
              <a:rPr lang="de-DE" dirty="0" err="1"/>
              <a:t>modulo</a:t>
            </a:r>
            <a:r>
              <a:rPr lang="de-DE" dirty="0"/>
              <a:t> 26, um d</a:t>
            </a:r>
            <a:r>
              <a:rPr lang="de-DE" altLang="zh-CN" dirty="0"/>
              <a:t>en</a:t>
            </a:r>
            <a:r>
              <a:rPr lang="de-DE" dirty="0"/>
              <a:t> Schlüssel zu normalisieren.</a:t>
            </a:r>
          </a:p>
          <a:p>
            <a:endParaRPr lang="de-DE" dirty="0"/>
          </a:p>
          <a:p>
            <a:r>
              <a:rPr lang="de-DE" dirty="0"/>
              <a:t>Dadurch bleibt das Ergebnis immer zwischen 0 und 25.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0654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Zusätzlich habe ich eine Web-Version erstellt. </a:t>
            </a:r>
          </a:p>
          <a:p>
            <a:endParaRPr lang="de-DE" dirty="0"/>
          </a:p>
          <a:p>
            <a:r>
              <a:rPr lang="de-DE" dirty="0"/>
              <a:t>Hier verwende ich dieselbe Logik wie im Terminal, kombiniert mit </a:t>
            </a:r>
            <a:r>
              <a:rPr lang="de-DE" dirty="0" err="1"/>
              <a:t>Tailwind</a:t>
            </a:r>
            <a:r>
              <a:rPr lang="de-DE" dirty="0"/>
              <a:t> CSS für ein modernes Design und Event-</a:t>
            </a:r>
            <a:r>
              <a:rPr lang="de-DE" dirty="0" err="1"/>
              <a:t>Listenern</a:t>
            </a:r>
            <a:r>
              <a:rPr lang="de-DE" dirty="0"/>
              <a:t> für die Steuerung.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923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My Final Solution Is Better?</a:t>
            </a:r>
          </a:p>
          <a:p>
            <a:endParaRPr lang="en-US" dirty="0"/>
          </a:p>
          <a:p>
            <a:r>
              <a:rPr lang="de-DE" dirty="0"/>
              <a:t>Zusammenfassend: </a:t>
            </a:r>
          </a:p>
          <a:p>
            <a:endParaRPr lang="de-DE" dirty="0"/>
          </a:p>
          <a:p>
            <a:r>
              <a:rPr lang="de-DE" dirty="0"/>
              <a:t>Meine finale Lösung ist skalierbarer, hat weniger Wiederholungen und trennt die Logik klar vom Design.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8359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Zusammenfassend habe ich meine Lösungen schrittweise verbessert und die Logik in verschiedenen Umgebungen angewendet.</a:t>
            </a:r>
          </a:p>
          <a:p>
            <a:endParaRPr lang="de-DE" dirty="0"/>
          </a:p>
          <a:p>
            <a:r>
              <a:rPr lang="de-DE" dirty="0"/>
              <a:t>Vielen Dank für Ihre Aufmerksamkeit.</a:t>
            </a:r>
          </a:p>
          <a:p>
            <a:endParaRPr lang="de-DE" dirty="0"/>
          </a:p>
          <a:p>
            <a:endParaRPr lang="de-DE" dirty="0"/>
          </a:p>
          <a:p>
            <a:r>
              <a:rPr lang="zh-CN" altLang="de-DE" b="1" dirty="0"/>
              <a:t>为什么三版本？</a:t>
            </a:r>
          </a:p>
          <a:p>
            <a:r>
              <a:rPr lang="de-DE" dirty="0"/>
              <a:t>Ich wollte verschiedene Lösungsansätze vergleichen.</a:t>
            </a:r>
          </a:p>
          <a:p>
            <a:endParaRPr lang="de-DE" dirty="0"/>
          </a:p>
          <a:p>
            <a:r>
              <a:rPr lang="zh-CN" altLang="de-DE" b="1" dirty="0"/>
              <a:t>为什么用数学方法？</a:t>
            </a:r>
          </a:p>
          <a:p>
            <a:r>
              <a:rPr lang="de-DE" dirty="0"/>
              <a:t>Die mathematische Lösung ist kürzer und besser skalierbar.</a:t>
            </a:r>
          </a:p>
          <a:p>
            <a:endParaRPr lang="de-DE" dirty="0"/>
          </a:p>
          <a:p>
            <a:r>
              <a:rPr lang="zh-CN" altLang="de-DE" b="1" dirty="0"/>
              <a:t>为什么做 </a:t>
            </a:r>
            <a:r>
              <a:rPr lang="de-DE" b="1" dirty="0"/>
              <a:t>Browser </a:t>
            </a:r>
            <a:r>
              <a:rPr lang="zh-CN" altLang="de-DE" b="1" dirty="0"/>
              <a:t>版？</a:t>
            </a:r>
          </a:p>
          <a:p>
            <a:r>
              <a:rPr lang="de-DE" dirty="0"/>
              <a:t>Um die gleiche Logik in einer anderen Umgebung zu verwenden.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B3E4F-5E92-451B-897E-D579106EC7D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5382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Projektziel</a:t>
            </a:r>
            <a:r>
              <a:rPr lang="de-DE" dirty="0"/>
              <a:t> &amp; Node.js Mini Programme 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JavaScript-Logik </a:t>
            </a:r>
            <a:r>
              <a:rPr dirty="0" err="1"/>
              <a:t>üben</a:t>
            </a:r>
            <a:endParaRPr dirty="0"/>
          </a:p>
          <a:p>
            <a:r>
              <a:rPr dirty="0"/>
              <a:t>CLI-</a:t>
            </a:r>
            <a:r>
              <a:rPr dirty="0" err="1"/>
              <a:t>Eingaben</a:t>
            </a:r>
            <a:r>
              <a:rPr dirty="0"/>
              <a:t> verstehen</a:t>
            </a:r>
          </a:p>
          <a:p>
            <a:r>
              <a:rPr dirty="0"/>
              <a:t>String-</a:t>
            </a:r>
            <a:r>
              <a:rPr dirty="0" err="1"/>
              <a:t>Verarbeitung</a:t>
            </a:r>
            <a:r>
              <a:rPr dirty="0"/>
              <a:t> </a:t>
            </a:r>
            <a:r>
              <a:rPr dirty="0" err="1"/>
              <a:t>lernen</a:t>
            </a:r>
            <a:endParaRPr dirty="0"/>
          </a:p>
          <a:p>
            <a:r>
              <a:rPr dirty="0"/>
              <a:t>Logik in </a:t>
            </a:r>
            <a:r>
              <a:rPr dirty="0" err="1"/>
              <a:t>verschiedenen</a:t>
            </a:r>
            <a:r>
              <a:rPr dirty="0"/>
              <a:t> </a:t>
            </a:r>
            <a:r>
              <a:rPr dirty="0" err="1"/>
              <a:t>Umgebungen</a:t>
            </a:r>
            <a:r>
              <a:rPr dirty="0"/>
              <a:t> </a:t>
            </a:r>
            <a:r>
              <a:rPr dirty="0" err="1"/>
              <a:t>anwenden</a:t>
            </a:r>
            <a:endParaRPr lang="de-DE" dirty="0"/>
          </a:p>
          <a:p>
            <a:endParaRPr lang="de-DE" dirty="0"/>
          </a:p>
          <a:p>
            <a:r>
              <a:rPr lang="de-DE" dirty="0"/>
              <a:t>Schere Stein Papier</a:t>
            </a:r>
          </a:p>
          <a:p>
            <a:pPr lvl="1"/>
            <a:r>
              <a:rPr lang="de-DE" dirty="0"/>
              <a:t>Browser-Version</a:t>
            </a:r>
          </a:p>
          <a:p>
            <a:r>
              <a:rPr lang="de-DE" dirty="0"/>
              <a:t>Pig </a:t>
            </a:r>
            <a:r>
              <a:rPr lang="de-DE" dirty="0" err="1"/>
              <a:t>Latin</a:t>
            </a:r>
            <a:endParaRPr lang="de-DE" dirty="0"/>
          </a:p>
          <a:p>
            <a:r>
              <a:rPr lang="de-DE" dirty="0"/>
              <a:t>Caesar-Verschlüsselung</a:t>
            </a:r>
          </a:p>
          <a:p>
            <a:endParaRPr lang="de-DE" dirty="0"/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Schere Stein Papier – </a:t>
            </a:r>
            <a:r>
              <a:rPr dirty="0" err="1"/>
              <a:t>Entwicklung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V1: if/switch (</a:t>
            </a:r>
            <a:r>
              <a:rPr dirty="0" err="1"/>
              <a:t>einfach</a:t>
            </a:r>
            <a:r>
              <a:rPr dirty="0"/>
              <a:t>)</a:t>
            </a:r>
          </a:p>
          <a:p>
            <a:r>
              <a:rPr dirty="0"/>
              <a:t>V2: Map (</a:t>
            </a:r>
            <a:r>
              <a:rPr dirty="0" err="1"/>
              <a:t>datengetrieben</a:t>
            </a:r>
            <a:r>
              <a:rPr dirty="0"/>
              <a:t>)</a:t>
            </a:r>
          </a:p>
          <a:p>
            <a:r>
              <a:rPr dirty="0"/>
              <a:t>V3: </a:t>
            </a:r>
            <a:r>
              <a:rPr dirty="0" err="1"/>
              <a:t>Mathematik</a:t>
            </a:r>
            <a:r>
              <a:rPr dirty="0"/>
              <a:t> (Modulo)</a:t>
            </a:r>
          </a:p>
          <a:p>
            <a:pPr marL="0" indent="0">
              <a:buNone/>
            </a:pPr>
            <a:endParaRPr dirty="0"/>
          </a:p>
          <a:p>
            <a:r>
              <a:rPr dirty="0" err="1"/>
              <a:t>Schrittweise</a:t>
            </a:r>
            <a:r>
              <a:rPr dirty="0"/>
              <a:t> </a:t>
            </a:r>
            <a:r>
              <a:rPr dirty="0" err="1"/>
              <a:t>Verbesserung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Modulo: (</a:t>
            </a:r>
            <a:r>
              <a:rPr lang="de-DE" dirty="0" err="1"/>
              <a:t>userIdx</a:t>
            </a:r>
            <a:r>
              <a:rPr lang="de-DE" dirty="0"/>
              <a:t> - </a:t>
            </a:r>
            <a:r>
              <a:rPr lang="de-DE" dirty="0" err="1"/>
              <a:t>cpuIdx</a:t>
            </a:r>
            <a:r>
              <a:rPr lang="de-DE" dirty="0"/>
              <a:t> + 3) % 3</a:t>
            </a:r>
          </a:p>
          <a:p>
            <a:pPr lvl="1"/>
            <a:r>
              <a:rPr lang="de-DE" dirty="0"/>
              <a:t>Elegant und skalierbar</a:t>
            </a:r>
          </a:p>
          <a:p>
            <a:pPr lvl="1"/>
            <a:r>
              <a:rPr lang="de-DE" dirty="0"/>
              <a:t>Zirkuläre Logik</a:t>
            </a:r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Pig Latin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 err="1"/>
              <a:t>Verarbeitung</a:t>
            </a:r>
            <a:r>
              <a:rPr dirty="0"/>
              <a:t> </a:t>
            </a:r>
            <a:r>
              <a:rPr dirty="0" err="1"/>
              <a:t>ganzer</a:t>
            </a:r>
            <a:r>
              <a:rPr dirty="0"/>
              <a:t> </a:t>
            </a:r>
            <a:r>
              <a:rPr dirty="0" err="1"/>
              <a:t>Sätze</a:t>
            </a:r>
            <a:endParaRPr dirty="0"/>
          </a:p>
          <a:p>
            <a:r>
              <a:rPr dirty="0" err="1"/>
              <a:t>Vokale</a:t>
            </a:r>
            <a:r>
              <a:rPr dirty="0"/>
              <a:t> &amp; </a:t>
            </a:r>
            <a:r>
              <a:rPr dirty="0" err="1"/>
              <a:t>Konsonanten</a:t>
            </a:r>
            <a:endParaRPr dirty="0"/>
          </a:p>
          <a:p>
            <a:r>
              <a:rPr dirty="0" err="1"/>
              <a:t>Sonderfall</a:t>
            </a:r>
            <a:r>
              <a:rPr dirty="0"/>
              <a:t>: </a:t>
            </a:r>
            <a:r>
              <a:rPr dirty="0" err="1"/>
              <a:t>qu</a:t>
            </a:r>
            <a:r>
              <a:rPr lang="de-DE" dirty="0"/>
              <a:t> | </a:t>
            </a:r>
            <a:r>
              <a:rPr lang="de-DE" dirty="0" err="1"/>
              <a:t>squ</a:t>
            </a:r>
            <a:endParaRPr dirty="0"/>
          </a:p>
          <a:p>
            <a:endParaRPr dirty="0"/>
          </a:p>
          <a:p>
            <a:r>
              <a:rPr dirty="0"/>
              <a:t>String-</a:t>
            </a:r>
            <a:r>
              <a:rPr dirty="0" err="1"/>
              <a:t>Methoden</a:t>
            </a:r>
            <a:endParaRPr lang="de-DE" dirty="0"/>
          </a:p>
          <a:p>
            <a:pPr lvl="1"/>
            <a:r>
              <a:rPr dirty="0"/>
              <a:t>split</a:t>
            </a:r>
            <a:r>
              <a:rPr lang="de-DE" dirty="0"/>
              <a:t>()</a:t>
            </a:r>
            <a:r>
              <a:rPr dirty="0"/>
              <a:t>, match</a:t>
            </a:r>
            <a:r>
              <a:rPr lang="de-DE" dirty="0"/>
              <a:t>()</a:t>
            </a:r>
            <a:r>
              <a:rPr dirty="0"/>
              <a:t>, replace</a:t>
            </a:r>
            <a:r>
              <a:rPr lang="de-DE" dirty="0"/>
              <a:t>()</a:t>
            </a:r>
          </a:p>
          <a:p>
            <a:r>
              <a:rPr lang="de-DE" dirty="0" err="1"/>
              <a:t>Regex</a:t>
            </a:r>
            <a:endParaRPr lang="de-DE" dirty="0"/>
          </a:p>
          <a:p>
            <a:pPr lvl="1"/>
            <a:r>
              <a:rPr lang="de-DE" dirty="0"/>
              <a:t>/[</a:t>
            </a:r>
            <a:r>
              <a:rPr lang="de-DE" dirty="0" err="1"/>
              <a:t>aeiou</a:t>
            </a:r>
            <a:r>
              <a:rPr lang="de-DE" dirty="0"/>
              <a:t>]+/ und /^</a:t>
            </a:r>
            <a:r>
              <a:rPr lang="de-DE" dirty="0" err="1"/>
              <a:t>s?qu</a:t>
            </a:r>
            <a:r>
              <a:rPr lang="de-DE" dirty="0"/>
              <a:t>/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Caesar-Verschlüsselung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Buchstaben mit Schlüssel verschieben</a:t>
            </a:r>
          </a:p>
          <a:p>
            <a:r>
              <a:t>Negative Verschiebung behandeln</a:t>
            </a:r>
          </a:p>
          <a:p>
            <a:endParaRPr/>
          </a:p>
          <a:p>
            <a:r>
              <a:t>((index + shift) % 26 + 26) %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CLI-Eingaben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process.argv</a:t>
            </a:r>
            <a:endParaRPr dirty="0"/>
          </a:p>
          <a:p>
            <a:r>
              <a:rPr dirty="0" err="1"/>
              <a:t>args.slice</a:t>
            </a:r>
            <a:r>
              <a:rPr dirty="0"/>
              <a:t>(2).join(" ")</a:t>
            </a:r>
          </a:p>
          <a:p>
            <a:endParaRPr dirty="0"/>
          </a:p>
          <a:p>
            <a:r>
              <a:rPr dirty="0" err="1"/>
              <a:t>Unterstützt</a:t>
            </a:r>
            <a:r>
              <a:rPr dirty="0"/>
              <a:t>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Wörter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Browser-Version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HTML + Tailwind</a:t>
            </a:r>
          </a:p>
          <a:p>
            <a:r>
              <a:t>Event Listener</a:t>
            </a:r>
          </a:p>
          <a:p>
            <a:r>
              <a:t>DOM-Manipulation</a:t>
            </a:r>
          </a:p>
          <a:p>
            <a:endParaRPr/>
          </a:p>
          <a:p>
            <a:r>
              <a:t>Gleiche Logik wiederverwendet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Vorher vs Nachher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Vorher: viele Bedingungen</a:t>
            </a:r>
          </a:p>
          <a:p>
            <a:r>
              <a:t>Nachher: Map + mathematische Formel</a:t>
            </a:r>
          </a:p>
          <a:p>
            <a:endParaRPr/>
          </a:p>
          <a:p>
            <a:r>
              <a:t>Sauberer und besser skalierbar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Warum ist die finale Lösung besser?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Weniger Wiederholung</a:t>
            </a:r>
          </a:p>
          <a:p>
            <a:r>
              <a:t>Bessere Lesbarkeit</a:t>
            </a:r>
          </a:p>
          <a:p>
            <a:r>
              <a:t>Behandelt Sonderfälle</a:t>
            </a:r>
          </a:p>
          <a:p>
            <a:r>
              <a:t>Wiederverwendbar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Wichtigste Erkenntnisse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Von einfach zu optimiert</a:t>
            </a:r>
          </a:p>
          <a:p>
            <a:r>
              <a:t>Trennung von Logik und UI</a:t>
            </a:r>
          </a:p>
          <a:p>
            <a:r>
              <a:t>Praktische JavaScript-Erfahrung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Danke!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654</Words>
  <Application>Microsoft Office PowerPoint</Application>
  <PresentationFormat>Bildschirmpräsentation (4:3)</PresentationFormat>
  <Paragraphs>131</Paragraphs>
  <Slides>10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Projektziel &amp; Node.js Mini Programme </vt:lpstr>
      <vt:lpstr>Schere Stein Papier – Entwicklung</vt:lpstr>
      <vt:lpstr>Pig Latin</vt:lpstr>
      <vt:lpstr>Caesar-Verschlüsselung</vt:lpstr>
      <vt:lpstr>CLI-Eingaben</vt:lpstr>
      <vt:lpstr>Browser-Version</vt:lpstr>
      <vt:lpstr>Vorher vs Nachher</vt:lpstr>
      <vt:lpstr>Warum ist die finale Lösung besser?</vt:lpstr>
      <vt:lpstr>Wichtigste Erkenntnisse</vt:lpstr>
      <vt:lpstr>Danke!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Qian Gong</cp:lastModifiedBy>
  <cp:revision>7</cp:revision>
  <dcterms:created xsi:type="dcterms:W3CDTF">2013-01-27T09:14:16Z</dcterms:created>
  <dcterms:modified xsi:type="dcterms:W3CDTF">2026-03-20T09:55:40Z</dcterms:modified>
  <cp:category/>
</cp:coreProperties>
</file>